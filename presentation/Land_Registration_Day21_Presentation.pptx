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D56F25-BDE9-40E1-BB23-3AF0AC9796B9}" v="161" dt="2026-09-05T08:38:15.1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ynamite Granola" userId="a45e8e834760f83d" providerId="Windows Live" clId="Web-{53D56F25-BDE9-40E1-BB23-3AF0AC9796B9}"/>
    <pc:docChg chg="mod modSld addMainMaster delMainMaster">
      <pc:chgData name="Edynamite Granola" userId="a45e8e834760f83d" providerId="Windows Live" clId="Web-{53D56F25-BDE9-40E1-BB23-3AF0AC9796B9}" dt="2026-09-05T08:38:15.123" v="122" actId="20577"/>
      <pc:docMkLst>
        <pc:docMk/>
      </pc:docMkLst>
      <pc:sldChg chg="addSp delSp modSp mod modClrScheme chgLayout">
        <pc:chgData name="Edynamite Granola" userId="a45e8e834760f83d" providerId="Windows Live" clId="Web-{53D56F25-BDE9-40E1-BB23-3AF0AC9796B9}" dt="2026-09-05T08:36:27.732" v="118" actId="20577"/>
        <pc:sldMkLst>
          <pc:docMk/>
          <pc:sldMk cId="0" sldId="256"/>
        </pc:sldMkLst>
        <pc:spChg chg="mod">
          <ac:chgData name="Edynamite Granola" userId="a45e8e834760f83d" providerId="Windows Live" clId="Web-{53D56F25-BDE9-40E1-BB23-3AF0AC9796B9}" dt="2026-09-05T08:36:27.732" v="118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Edynamite Granola" userId="a45e8e834760f83d" providerId="Windows Live" clId="Web-{53D56F25-BDE9-40E1-BB23-3AF0AC9796B9}" dt="2026-09-05T08:33:24.607" v="109" actId="20577"/>
          <ac:spMkLst>
            <pc:docMk/>
            <pc:sldMk cId="0" sldId="256"/>
            <ac:spMk id="6" creationId="{00000000-0000-0000-0000-000000000000}"/>
          </ac:spMkLst>
        </pc:spChg>
        <pc:spChg chg="add del mod ord">
          <ac:chgData name="Edynamite Granola" userId="a45e8e834760f83d" providerId="Windows Live" clId="Web-{53D56F25-BDE9-40E1-BB23-3AF0AC9796B9}" dt="2026-09-05T08:35:40.294" v="116"/>
          <ac:spMkLst>
            <pc:docMk/>
            <pc:sldMk cId="0" sldId="256"/>
            <ac:spMk id="8" creationId="{56355102-A18F-53F9-DA39-B9FC33A23D1C}"/>
          </ac:spMkLst>
        </pc:spChg>
        <pc:spChg chg="add del mod ord">
          <ac:chgData name="Edynamite Granola" userId="a45e8e834760f83d" providerId="Windows Live" clId="Web-{53D56F25-BDE9-40E1-BB23-3AF0AC9796B9}" dt="2026-09-05T08:35:40.294" v="116"/>
          <ac:spMkLst>
            <pc:docMk/>
            <pc:sldMk cId="0" sldId="256"/>
            <ac:spMk id="9" creationId="{D1F90CAE-324F-C5A6-90AC-A5792C659A2A}"/>
          </ac:spMkLst>
        </pc:spChg>
      </pc:sldChg>
      <pc:sldChg chg="mod modClrScheme chgLayout">
        <pc:chgData name="Edynamite Granola" userId="a45e8e834760f83d" providerId="Windows Live" clId="Web-{53D56F25-BDE9-40E1-BB23-3AF0AC9796B9}" dt="2026-09-05T08:35:14.747" v="114"/>
        <pc:sldMkLst>
          <pc:docMk/>
          <pc:sldMk cId="0" sldId="257"/>
        </pc:sldMkLst>
      </pc:sldChg>
      <pc:sldChg chg="mod modClrScheme chgLayout">
        <pc:chgData name="Edynamite Granola" userId="a45e8e834760f83d" providerId="Windows Live" clId="Web-{53D56F25-BDE9-40E1-BB23-3AF0AC9796B9}" dt="2026-09-05T08:35:14.747" v="114"/>
        <pc:sldMkLst>
          <pc:docMk/>
          <pc:sldMk cId="0" sldId="258"/>
        </pc:sldMkLst>
      </pc:sldChg>
      <pc:sldChg chg="mod modClrScheme chgLayout">
        <pc:chgData name="Edynamite Granola" userId="a45e8e834760f83d" providerId="Windows Live" clId="Web-{53D56F25-BDE9-40E1-BB23-3AF0AC9796B9}" dt="2026-09-05T08:35:14.747" v="114"/>
        <pc:sldMkLst>
          <pc:docMk/>
          <pc:sldMk cId="0" sldId="259"/>
        </pc:sldMkLst>
      </pc:sldChg>
      <pc:sldChg chg="modSp mod modClrScheme chgLayout">
        <pc:chgData name="Edynamite Granola" userId="a45e8e834760f83d" providerId="Windows Live" clId="Web-{53D56F25-BDE9-40E1-BB23-3AF0AC9796B9}" dt="2026-09-05T08:37:26.779" v="120" actId="20577"/>
        <pc:sldMkLst>
          <pc:docMk/>
          <pc:sldMk cId="0" sldId="260"/>
        </pc:sldMkLst>
        <pc:spChg chg="mod">
          <ac:chgData name="Edynamite Granola" userId="a45e8e834760f83d" providerId="Windows Live" clId="Web-{53D56F25-BDE9-40E1-BB23-3AF0AC9796B9}" dt="2026-09-05T08:37:26.779" v="120" actId="20577"/>
          <ac:spMkLst>
            <pc:docMk/>
            <pc:sldMk cId="0" sldId="260"/>
            <ac:spMk id="5" creationId="{00000000-0000-0000-0000-000000000000}"/>
          </ac:spMkLst>
        </pc:spChg>
      </pc:sldChg>
      <pc:sldChg chg="modSp mod modClrScheme chgLayout">
        <pc:chgData name="Edynamite Granola" userId="a45e8e834760f83d" providerId="Windows Live" clId="Web-{53D56F25-BDE9-40E1-BB23-3AF0AC9796B9}" dt="2026-09-05T08:38:15.123" v="122" actId="20577"/>
        <pc:sldMkLst>
          <pc:docMk/>
          <pc:sldMk cId="0" sldId="261"/>
        </pc:sldMkLst>
        <pc:spChg chg="mod">
          <ac:chgData name="Edynamite Granola" userId="a45e8e834760f83d" providerId="Windows Live" clId="Web-{53D56F25-BDE9-40E1-BB23-3AF0AC9796B9}" dt="2026-09-05T08:38:15.123" v="122" actId="20577"/>
          <ac:spMkLst>
            <pc:docMk/>
            <pc:sldMk cId="0" sldId="261"/>
            <ac:spMk id="5" creationId="{00000000-0000-0000-0000-000000000000}"/>
          </ac:spMkLst>
        </pc:spChg>
      </pc:sldChg>
      <pc:sldChg chg="mod modClrScheme chgLayout">
        <pc:chgData name="Edynamite Granola" userId="a45e8e834760f83d" providerId="Windows Live" clId="Web-{53D56F25-BDE9-40E1-BB23-3AF0AC9796B9}" dt="2026-09-05T08:35:14.747" v="114"/>
        <pc:sldMkLst>
          <pc:docMk/>
          <pc:sldMk cId="0" sldId="262"/>
        </pc:sldMkLst>
      </pc:sldChg>
      <pc:sldChg chg="mod modClrScheme chgLayout">
        <pc:chgData name="Edynamite Granola" userId="a45e8e834760f83d" providerId="Windows Live" clId="Web-{53D56F25-BDE9-40E1-BB23-3AF0AC9796B9}" dt="2026-09-05T08:35:14.747" v="114"/>
        <pc:sldMkLst>
          <pc:docMk/>
          <pc:sldMk cId="0" sldId="263"/>
        </pc:sldMkLst>
      </pc:sldChg>
      <pc:sldChg chg="mod modClrScheme chgLayout">
        <pc:chgData name="Edynamite Granola" userId="a45e8e834760f83d" providerId="Windows Live" clId="Web-{53D56F25-BDE9-40E1-BB23-3AF0AC9796B9}" dt="2026-09-05T08:35:14.747" v="114"/>
        <pc:sldMkLst>
          <pc:docMk/>
          <pc:sldMk cId="0" sldId="264"/>
        </pc:sldMkLst>
      </pc:sldChg>
      <pc:sldChg chg="mod modClrScheme chgLayout">
        <pc:chgData name="Edynamite Granola" userId="a45e8e834760f83d" providerId="Windows Live" clId="Web-{53D56F25-BDE9-40E1-BB23-3AF0AC9796B9}" dt="2026-09-05T08:35:14.747" v="114"/>
        <pc:sldMkLst>
          <pc:docMk/>
          <pc:sldMk cId="0" sldId="265"/>
        </pc:sldMkLst>
      </pc:sldChg>
      <pc:sldChg chg="mod modClrScheme chgLayout">
        <pc:chgData name="Edynamite Granola" userId="a45e8e834760f83d" providerId="Windows Live" clId="Web-{53D56F25-BDE9-40E1-BB23-3AF0AC9796B9}" dt="2026-09-05T08:35:14.747" v="114"/>
        <pc:sldMkLst>
          <pc:docMk/>
          <pc:sldMk cId="0" sldId="266"/>
        </pc:sldMkLst>
      </pc:sldChg>
      <pc:sldChg chg="mod modClrScheme chgLayout">
        <pc:chgData name="Edynamite Granola" userId="a45e8e834760f83d" providerId="Windows Live" clId="Web-{53D56F25-BDE9-40E1-BB23-3AF0AC9796B9}" dt="2026-09-05T08:35:14.747" v="114"/>
        <pc:sldMkLst>
          <pc:docMk/>
          <pc:sldMk cId="0" sldId="267"/>
        </pc:sldMkLst>
      </pc:sldChg>
      <pc:sldChg chg="mod modClrScheme chgLayout">
        <pc:chgData name="Edynamite Granola" userId="a45e8e834760f83d" providerId="Windows Live" clId="Web-{53D56F25-BDE9-40E1-BB23-3AF0AC9796B9}" dt="2026-09-05T08:35:14.747" v="114"/>
        <pc:sldMkLst>
          <pc:docMk/>
          <pc:sldMk cId="0" sldId="268"/>
        </pc:sldMkLst>
      </pc:sldChg>
      <pc:sldMasterChg chg="del delSldLayout">
        <pc:chgData name="Edynamite Granola" userId="a45e8e834760f83d" providerId="Windows Live" clId="Web-{53D56F25-BDE9-40E1-BB23-3AF0AC9796B9}" dt="2026-09-05T08:33:48.013" v="110"/>
        <pc:sldMasterMkLst>
          <pc:docMk/>
          <pc:sldMasterMk cId="2209977519" sldId="2147483648"/>
        </pc:sldMasterMkLst>
        <pc:sldLayoutChg chg="del">
          <pc:chgData name="Edynamite Granola" userId="a45e8e834760f83d" providerId="Windows Live" clId="Web-{53D56F25-BDE9-40E1-BB23-3AF0AC9796B9}" dt="2026-09-05T08:33:48.013" v="110"/>
          <pc:sldLayoutMkLst>
            <pc:docMk/>
            <pc:sldMasterMk cId="2209977519" sldId="2147483648"/>
            <pc:sldLayoutMk cId="3168075583" sldId="2147483649"/>
          </pc:sldLayoutMkLst>
        </pc:sldLayoutChg>
        <pc:sldLayoutChg chg="del">
          <pc:chgData name="Edynamite Granola" userId="a45e8e834760f83d" providerId="Windows Live" clId="Web-{53D56F25-BDE9-40E1-BB23-3AF0AC9796B9}" dt="2026-09-05T08:33:48.013" v="110"/>
          <pc:sldLayoutMkLst>
            <pc:docMk/>
            <pc:sldMasterMk cId="2209977519" sldId="2147483648"/>
            <pc:sldLayoutMk cId="2614314258" sldId="2147483650"/>
          </pc:sldLayoutMkLst>
        </pc:sldLayoutChg>
        <pc:sldLayoutChg chg="del">
          <pc:chgData name="Edynamite Granola" userId="a45e8e834760f83d" providerId="Windows Live" clId="Web-{53D56F25-BDE9-40E1-BB23-3AF0AC9796B9}" dt="2026-09-05T08:33:48.013" v="110"/>
          <pc:sldLayoutMkLst>
            <pc:docMk/>
            <pc:sldMasterMk cId="2209977519" sldId="2147483648"/>
            <pc:sldLayoutMk cId="960648375" sldId="2147483651"/>
          </pc:sldLayoutMkLst>
        </pc:sldLayoutChg>
        <pc:sldLayoutChg chg="del">
          <pc:chgData name="Edynamite Granola" userId="a45e8e834760f83d" providerId="Windows Live" clId="Web-{53D56F25-BDE9-40E1-BB23-3AF0AC9796B9}" dt="2026-09-05T08:33:48.013" v="110"/>
          <pc:sldLayoutMkLst>
            <pc:docMk/>
            <pc:sldMasterMk cId="2209977519" sldId="2147483648"/>
            <pc:sldLayoutMk cId="2782244947" sldId="2147483652"/>
          </pc:sldLayoutMkLst>
        </pc:sldLayoutChg>
        <pc:sldLayoutChg chg="del">
          <pc:chgData name="Edynamite Granola" userId="a45e8e834760f83d" providerId="Windows Live" clId="Web-{53D56F25-BDE9-40E1-BB23-3AF0AC9796B9}" dt="2026-09-05T08:33:48.013" v="110"/>
          <pc:sldLayoutMkLst>
            <pc:docMk/>
            <pc:sldMasterMk cId="2209977519" sldId="2147483648"/>
            <pc:sldLayoutMk cId="990158736" sldId="2147483653"/>
          </pc:sldLayoutMkLst>
        </pc:sldLayoutChg>
        <pc:sldLayoutChg chg="del">
          <pc:chgData name="Edynamite Granola" userId="a45e8e834760f83d" providerId="Windows Live" clId="Web-{53D56F25-BDE9-40E1-BB23-3AF0AC9796B9}" dt="2026-09-05T08:33:48.013" v="110"/>
          <pc:sldLayoutMkLst>
            <pc:docMk/>
            <pc:sldMasterMk cId="2209977519" sldId="2147483648"/>
            <pc:sldLayoutMk cId="727027711" sldId="2147483654"/>
          </pc:sldLayoutMkLst>
        </pc:sldLayoutChg>
        <pc:sldLayoutChg chg="del">
          <pc:chgData name="Edynamite Granola" userId="a45e8e834760f83d" providerId="Windows Live" clId="Web-{53D56F25-BDE9-40E1-BB23-3AF0AC9796B9}" dt="2026-09-05T08:33:48.013" v="110"/>
          <pc:sldLayoutMkLst>
            <pc:docMk/>
            <pc:sldMasterMk cId="2209977519" sldId="2147483648"/>
            <pc:sldLayoutMk cId="1212999818" sldId="2147483655"/>
          </pc:sldLayoutMkLst>
        </pc:sldLayoutChg>
        <pc:sldLayoutChg chg="del">
          <pc:chgData name="Edynamite Granola" userId="a45e8e834760f83d" providerId="Windows Live" clId="Web-{53D56F25-BDE9-40E1-BB23-3AF0AC9796B9}" dt="2026-09-05T08:33:48.013" v="110"/>
          <pc:sldLayoutMkLst>
            <pc:docMk/>
            <pc:sldMasterMk cId="2209977519" sldId="2147483648"/>
            <pc:sldLayoutMk cId="1840726560" sldId="2147483656"/>
          </pc:sldLayoutMkLst>
        </pc:sldLayoutChg>
        <pc:sldLayoutChg chg="del">
          <pc:chgData name="Edynamite Granola" userId="a45e8e834760f83d" providerId="Windows Live" clId="Web-{53D56F25-BDE9-40E1-BB23-3AF0AC9796B9}" dt="2026-09-05T08:33:48.013" v="110"/>
          <pc:sldLayoutMkLst>
            <pc:docMk/>
            <pc:sldMasterMk cId="2209977519" sldId="2147483648"/>
            <pc:sldLayoutMk cId="3889236939" sldId="2147483657"/>
          </pc:sldLayoutMkLst>
        </pc:sldLayoutChg>
        <pc:sldLayoutChg chg="del">
          <pc:chgData name="Edynamite Granola" userId="a45e8e834760f83d" providerId="Windows Live" clId="Web-{53D56F25-BDE9-40E1-BB23-3AF0AC9796B9}" dt="2026-09-05T08:33:48.013" v="110"/>
          <pc:sldLayoutMkLst>
            <pc:docMk/>
            <pc:sldMasterMk cId="2209977519" sldId="2147483648"/>
            <pc:sldLayoutMk cId="2910927964" sldId="2147483658"/>
          </pc:sldLayoutMkLst>
        </pc:sldLayoutChg>
        <pc:sldLayoutChg chg="del">
          <pc:chgData name="Edynamite Granola" userId="a45e8e834760f83d" providerId="Windows Live" clId="Web-{53D56F25-BDE9-40E1-BB23-3AF0AC9796B9}" dt="2026-09-05T08:33:48.013" v="110"/>
          <pc:sldLayoutMkLst>
            <pc:docMk/>
            <pc:sldMasterMk cId="2209977519" sldId="2147483648"/>
            <pc:sldLayoutMk cId="3612223792" sldId="2147483659"/>
          </pc:sldLayoutMkLst>
        </pc:sldLayoutChg>
      </pc:sldMasterChg>
      <pc:sldMasterChg chg="add del addSldLayout delSldLayout modSldLayout">
        <pc:chgData name="Edynamite Granola" userId="a45e8e834760f83d" providerId="Windows Live" clId="Web-{53D56F25-BDE9-40E1-BB23-3AF0AC9796B9}" dt="2026-09-05T08:34:12.450" v="113"/>
        <pc:sldMasterMkLst>
          <pc:docMk/>
          <pc:sldMasterMk cId="1306444568" sldId="2147483660"/>
        </pc:sldMasterMkLst>
        <pc:sldLayoutChg chg="add del mod replId">
          <pc:chgData name="Edynamite Granola" userId="a45e8e834760f83d" providerId="Windows Live" clId="Web-{53D56F25-BDE9-40E1-BB23-3AF0AC9796B9}" dt="2026-09-05T08:34:12.450" v="113"/>
          <pc:sldLayoutMkLst>
            <pc:docMk/>
            <pc:sldMasterMk cId="1306444568" sldId="2147483660"/>
            <pc:sldLayoutMk cId="3023121783" sldId="2147483661"/>
          </pc:sldLayoutMkLst>
        </pc:sldLayoutChg>
        <pc:sldLayoutChg chg="add del mod replId">
          <pc:chgData name="Edynamite Granola" userId="a45e8e834760f83d" providerId="Windows Live" clId="Web-{53D56F25-BDE9-40E1-BB23-3AF0AC9796B9}" dt="2026-09-05T08:34:12.450" v="113"/>
          <pc:sldLayoutMkLst>
            <pc:docMk/>
            <pc:sldMasterMk cId="1306444568" sldId="2147483660"/>
            <pc:sldLayoutMk cId="486181449" sldId="2147483662"/>
          </pc:sldLayoutMkLst>
        </pc:sldLayoutChg>
        <pc:sldLayoutChg chg="add del mod replId">
          <pc:chgData name="Edynamite Granola" userId="a45e8e834760f83d" providerId="Windows Live" clId="Web-{53D56F25-BDE9-40E1-BB23-3AF0AC9796B9}" dt="2026-09-05T08:34:12.450" v="113"/>
          <pc:sldLayoutMkLst>
            <pc:docMk/>
            <pc:sldMasterMk cId="1306444568" sldId="2147483660"/>
            <pc:sldLayoutMk cId="3820517595" sldId="2147483663"/>
          </pc:sldLayoutMkLst>
        </pc:sldLayoutChg>
        <pc:sldLayoutChg chg="add del mod replId">
          <pc:chgData name="Edynamite Granola" userId="a45e8e834760f83d" providerId="Windows Live" clId="Web-{53D56F25-BDE9-40E1-BB23-3AF0AC9796B9}" dt="2026-09-05T08:34:12.450" v="113"/>
          <pc:sldLayoutMkLst>
            <pc:docMk/>
            <pc:sldMasterMk cId="1306444568" sldId="2147483660"/>
            <pc:sldLayoutMk cId="3025839252" sldId="2147483664"/>
          </pc:sldLayoutMkLst>
        </pc:sldLayoutChg>
        <pc:sldLayoutChg chg="add del mod replId">
          <pc:chgData name="Edynamite Granola" userId="a45e8e834760f83d" providerId="Windows Live" clId="Web-{53D56F25-BDE9-40E1-BB23-3AF0AC9796B9}" dt="2026-09-05T08:34:12.450" v="113"/>
          <pc:sldLayoutMkLst>
            <pc:docMk/>
            <pc:sldMasterMk cId="1306444568" sldId="2147483660"/>
            <pc:sldLayoutMk cId="661809798" sldId="2147483665"/>
          </pc:sldLayoutMkLst>
        </pc:sldLayoutChg>
        <pc:sldLayoutChg chg="add del mod replId">
          <pc:chgData name="Edynamite Granola" userId="a45e8e834760f83d" providerId="Windows Live" clId="Web-{53D56F25-BDE9-40E1-BB23-3AF0AC9796B9}" dt="2026-09-05T08:34:12.450" v="113"/>
          <pc:sldLayoutMkLst>
            <pc:docMk/>
            <pc:sldMasterMk cId="1306444568" sldId="2147483660"/>
            <pc:sldLayoutMk cId="762137725" sldId="2147483666"/>
          </pc:sldLayoutMkLst>
        </pc:sldLayoutChg>
        <pc:sldLayoutChg chg="add del mod replId">
          <pc:chgData name="Edynamite Granola" userId="a45e8e834760f83d" providerId="Windows Live" clId="Web-{53D56F25-BDE9-40E1-BB23-3AF0AC9796B9}" dt="2026-09-05T08:34:12.450" v="113"/>
          <pc:sldLayoutMkLst>
            <pc:docMk/>
            <pc:sldMasterMk cId="1306444568" sldId="2147483660"/>
            <pc:sldLayoutMk cId="540106164" sldId="2147483667"/>
          </pc:sldLayoutMkLst>
        </pc:sldLayoutChg>
        <pc:sldLayoutChg chg="add del mod replId">
          <pc:chgData name="Edynamite Granola" userId="a45e8e834760f83d" providerId="Windows Live" clId="Web-{53D56F25-BDE9-40E1-BB23-3AF0AC9796B9}" dt="2026-09-05T08:34:12.450" v="113"/>
          <pc:sldLayoutMkLst>
            <pc:docMk/>
            <pc:sldMasterMk cId="1306444568" sldId="2147483660"/>
            <pc:sldLayoutMk cId="284263503" sldId="2147483668"/>
          </pc:sldLayoutMkLst>
        </pc:sldLayoutChg>
        <pc:sldLayoutChg chg="add del mod replId">
          <pc:chgData name="Edynamite Granola" userId="a45e8e834760f83d" providerId="Windows Live" clId="Web-{53D56F25-BDE9-40E1-BB23-3AF0AC9796B9}" dt="2026-09-05T08:34:12.450" v="113"/>
          <pc:sldLayoutMkLst>
            <pc:docMk/>
            <pc:sldMasterMk cId="1306444568" sldId="2147483660"/>
            <pc:sldLayoutMk cId="2757118531" sldId="2147483669"/>
          </pc:sldLayoutMkLst>
        </pc:sldLayoutChg>
        <pc:sldLayoutChg chg="add del mod replId">
          <pc:chgData name="Edynamite Granola" userId="a45e8e834760f83d" providerId="Windows Live" clId="Web-{53D56F25-BDE9-40E1-BB23-3AF0AC9796B9}" dt="2026-09-05T08:34:12.450" v="113"/>
          <pc:sldLayoutMkLst>
            <pc:docMk/>
            <pc:sldMasterMk cId="1306444568" sldId="2147483660"/>
            <pc:sldLayoutMk cId="3046625470" sldId="2147483670"/>
          </pc:sldLayoutMkLst>
        </pc:sldLayoutChg>
        <pc:sldLayoutChg chg="add del mod replId">
          <pc:chgData name="Edynamite Granola" userId="a45e8e834760f83d" providerId="Windows Live" clId="Web-{53D56F25-BDE9-40E1-BB23-3AF0AC9796B9}" dt="2026-09-05T08:34:12.450" v="113"/>
          <pc:sldLayoutMkLst>
            <pc:docMk/>
            <pc:sldMasterMk cId="1306444568" sldId="2147483660"/>
            <pc:sldLayoutMk cId="1162188922" sldId="2147483671"/>
          </pc:sldLayoutMkLst>
        </pc:sldLayoutChg>
        <pc:sldLayoutChg chg="add del mod replId">
          <pc:chgData name="Edynamite Granola" userId="a45e8e834760f83d" providerId="Windows Live" clId="Web-{53D56F25-BDE9-40E1-BB23-3AF0AC9796B9}" dt="2026-09-05T08:34:12.450" v="113"/>
          <pc:sldLayoutMkLst>
            <pc:docMk/>
            <pc:sldMasterMk cId="1306444568" sldId="2147483660"/>
            <pc:sldLayoutMk cId="2899248580" sldId="2147483672"/>
          </pc:sldLayoutMkLst>
        </pc:sldLayoutChg>
        <pc:sldLayoutChg chg="add del mod replId">
          <pc:chgData name="Edynamite Granola" userId="a45e8e834760f83d" providerId="Windows Live" clId="Web-{53D56F25-BDE9-40E1-BB23-3AF0AC9796B9}" dt="2026-09-05T08:34:12.450" v="113"/>
          <pc:sldLayoutMkLst>
            <pc:docMk/>
            <pc:sldMasterMk cId="1306444568" sldId="2147483660"/>
            <pc:sldLayoutMk cId="2523929740" sldId="2147483673"/>
          </pc:sldLayoutMkLst>
        </pc:sldLayoutChg>
        <pc:sldLayoutChg chg="add del mod replId">
          <pc:chgData name="Edynamite Granola" userId="a45e8e834760f83d" providerId="Windows Live" clId="Web-{53D56F25-BDE9-40E1-BB23-3AF0AC9796B9}" dt="2026-09-05T08:34:12.450" v="113"/>
          <pc:sldLayoutMkLst>
            <pc:docMk/>
            <pc:sldMasterMk cId="1306444568" sldId="2147483660"/>
            <pc:sldLayoutMk cId="3103369639" sldId="2147483674"/>
          </pc:sldLayoutMkLst>
        </pc:sldLayoutChg>
        <pc:sldLayoutChg chg="add del mod replId">
          <pc:chgData name="Edynamite Granola" userId="a45e8e834760f83d" providerId="Windows Live" clId="Web-{53D56F25-BDE9-40E1-BB23-3AF0AC9796B9}" dt="2026-09-05T08:34:12.450" v="113"/>
          <pc:sldLayoutMkLst>
            <pc:docMk/>
            <pc:sldMasterMk cId="1306444568" sldId="2147483660"/>
            <pc:sldLayoutMk cId="3360167853" sldId="2147483675"/>
          </pc:sldLayoutMkLst>
        </pc:sldLayoutChg>
        <pc:sldLayoutChg chg="add del mod replId">
          <pc:chgData name="Edynamite Granola" userId="a45e8e834760f83d" providerId="Windows Live" clId="Web-{53D56F25-BDE9-40E1-BB23-3AF0AC9796B9}" dt="2026-09-05T08:34:12.450" v="113"/>
          <pc:sldLayoutMkLst>
            <pc:docMk/>
            <pc:sldMasterMk cId="1306444568" sldId="2147483660"/>
            <pc:sldLayoutMk cId="1727239116" sldId="2147483676"/>
          </pc:sldLayoutMkLst>
        </pc:sldLayoutChg>
      </pc:sldMasterChg>
      <pc:sldMasterChg chg="add del addSldLayout delSldLayout modSldLayout">
        <pc:chgData name="Edynamite Granola" userId="a45e8e834760f83d" providerId="Windows Live" clId="Web-{53D56F25-BDE9-40E1-BB23-3AF0AC9796B9}" dt="2026-09-05T08:35:14.747" v="114"/>
        <pc:sldMasterMkLst>
          <pc:docMk/>
          <pc:sldMasterMk cId="153666739" sldId="2147483677"/>
        </pc:sldMasterMkLst>
        <pc:sldLayoutChg chg="add del mod replId">
          <pc:chgData name="Edynamite Granola" userId="a45e8e834760f83d" providerId="Windows Live" clId="Web-{53D56F25-BDE9-40E1-BB23-3AF0AC9796B9}" dt="2026-09-05T08:35:14.747" v="114"/>
          <pc:sldLayoutMkLst>
            <pc:docMk/>
            <pc:sldMasterMk cId="153666739" sldId="2147483677"/>
            <pc:sldLayoutMk cId="2234870252" sldId="2147483678"/>
          </pc:sldLayoutMkLst>
        </pc:sldLayoutChg>
        <pc:sldLayoutChg chg="add del mod replId">
          <pc:chgData name="Edynamite Granola" userId="a45e8e834760f83d" providerId="Windows Live" clId="Web-{53D56F25-BDE9-40E1-BB23-3AF0AC9796B9}" dt="2026-09-05T08:35:14.747" v="114"/>
          <pc:sldLayoutMkLst>
            <pc:docMk/>
            <pc:sldMasterMk cId="153666739" sldId="2147483677"/>
            <pc:sldLayoutMk cId="139255617" sldId="2147483679"/>
          </pc:sldLayoutMkLst>
        </pc:sldLayoutChg>
        <pc:sldLayoutChg chg="add del mod replId">
          <pc:chgData name="Edynamite Granola" userId="a45e8e834760f83d" providerId="Windows Live" clId="Web-{53D56F25-BDE9-40E1-BB23-3AF0AC9796B9}" dt="2026-09-05T08:35:14.747" v="114"/>
          <pc:sldLayoutMkLst>
            <pc:docMk/>
            <pc:sldMasterMk cId="153666739" sldId="2147483677"/>
            <pc:sldLayoutMk cId="1931355604" sldId="2147483680"/>
          </pc:sldLayoutMkLst>
        </pc:sldLayoutChg>
        <pc:sldLayoutChg chg="add del mod replId">
          <pc:chgData name="Edynamite Granola" userId="a45e8e834760f83d" providerId="Windows Live" clId="Web-{53D56F25-BDE9-40E1-BB23-3AF0AC9796B9}" dt="2026-09-05T08:35:14.747" v="114"/>
          <pc:sldLayoutMkLst>
            <pc:docMk/>
            <pc:sldMasterMk cId="153666739" sldId="2147483677"/>
            <pc:sldLayoutMk cId="3243430485" sldId="2147483681"/>
          </pc:sldLayoutMkLst>
        </pc:sldLayoutChg>
        <pc:sldLayoutChg chg="add del mod replId">
          <pc:chgData name="Edynamite Granola" userId="a45e8e834760f83d" providerId="Windows Live" clId="Web-{53D56F25-BDE9-40E1-BB23-3AF0AC9796B9}" dt="2026-09-05T08:35:14.747" v="114"/>
          <pc:sldLayoutMkLst>
            <pc:docMk/>
            <pc:sldMasterMk cId="153666739" sldId="2147483677"/>
            <pc:sldLayoutMk cId="778788950" sldId="2147483682"/>
          </pc:sldLayoutMkLst>
        </pc:sldLayoutChg>
        <pc:sldLayoutChg chg="add del mod replId">
          <pc:chgData name="Edynamite Granola" userId="a45e8e834760f83d" providerId="Windows Live" clId="Web-{53D56F25-BDE9-40E1-BB23-3AF0AC9796B9}" dt="2026-09-05T08:35:14.747" v="114"/>
          <pc:sldLayoutMkLst>
            <pc:docMk/>
            <pc:sldMasterMk cId="153666739" sldId="2147483677"/>
            <pc:sldLayoutMk cId="2083664776" sldId="2147483683"/>
          </pc:sldLayoutMkLst>
        </pc:sldLayoutChg>
        <pc:sldLayoutChg chg="add del mod replId">
          <pc:chgData name="Edynamite Granola" userId="a45e8e834760f83d" providerId="Windows Live" clId="Web-{53D56F25-BDE9-40E1-BB23-3AF0AC9796B9}" dt="2026-09-05T08:35:14.747" v="114"/>
          <pc:sldLayoutMkLst>
            <pc:docMk/>
            <pc:sldMasterMk cId="153666739" sldId="2147483677"/>
            <pc:sldLayoutMk cId="304548565" sldId="2147483684"/>
          </pc:sldLayoutMkLst>
        </pc:sldLayoutChg>
        <pc:sldLayoutChg chg="add del mod replId">
          <pc:chgData name="Edynamite Granola" userId="a45e8e834760f83d" providerId="Windows Live" clId="Web-{53D56F25-BDE9-40E1-BB23-3AF0AC9796B9}" dt="2026-09-05T08:35:14.747" v="114"/>
          <pc:sldLayoutMkLst>
            <pc:docMk/>
            <pc:sldMasterMk cId="153666739" sldId="2147483677"/>
            <pc:sldLayoutMk cId="2633220936" sldId="2147483685"/>
          </pc:sldLayoutMkLst>
        </pc:sldLayoutChg>
        <pc:sldLayoutChg chg="add del mod replId">
          <pc:chgData name="Edynamite Granola" userId="a45e8e834760f83d" providerId="Windows Live" clId="Web-{53D56F25-BDE9-40E1-BB23-3AF0AC9796B9}" dt="2026-09-05T08:35:14.747" v="114"/>
          <pc:sldLayoutMkLst>
            <pc:docMk/>
            <pc:sldMasterMk cId="153666739" sldId="2147483677"/>
            <pc:sldLayoutMk cId="1260698434" sldId="2147483686"/>
          </pc:sldLayoutMkLst>
        </pc:sldLayoutChg>
        <pc:sldLayoutChg chg="add del mod replId">
          <pc:chgData name="Edynamite Granola" userId="a45e8e834760f83d" providerId="Windows Live" clId="Web-{53D56F25-BDE9-40E1-BB23-3AF0AC9796B9}" dt="2026-09-05T08:35:14.747" v="114"/>
          <pc:sldLayoutMkLst>
            <pc:docMk/>
            <pc:sldMasterMk cId="153666739" sldId="2147483677"/>
            <pc:sldLayoutMk cId="3228012922" sldId="2147483687"/>
          </pc:sldLayoutMkLst>
        </pc:sldLayoutChg>
        <pc:sldLayoutChg chg="add del mod replId">
          <pc:chgData name="Edynamite Granola" userId="a45e8e834760f83d" providerId="Windows Live" clId="Web-{53D56F25-BDE9-40E1-BB23-3AF0AC9796B9}" dt="2026-09-05T08:35:14.747" v="114"/>
          <pc:sldLayoutMkLst>
            <pc:docMk/>
            <pc:sldMasterMk cId="153666739" sldId="2147483677"/>
            <pc:sldLayoutMk cId="66794874" sldId="2147483688"/>
          </pc:sldLayoutMkLst>
        </pc:sldLayoutChg>
        <pc:sldLayoutChg chg="add del mod replId">
          <pc:chgData name="Edynamite Granola" userId="a45e8e834760f83d" providerId="Windows Live" clId="Web-{53D56F25-BDE9-40E1-BB23-3AF0AC9796B9}" dt="2026-09-05T08:35:14.747" v="114"/>
          <pc:sldLayoutMkLst>
            <pc:docMk/>
            <pc:sldMasterMk cId="153666739" sldId="2147483677"/>
            <pc:sldLayoutMk cId="3197570100" sldId="2147483689"/>
          </pc:sldLayoutMkLst>
        </pc:sldLayoutChg>
        <pc:sldLayoutChg chg="add del mod replId">
          <pc:chgData name="Edynamite Granola" userId="a45e8e834760f83d" providerId="Windows Live" clId="Web-{53D56F25-BDE9-40E1-BB23-3AF0AC9796B9}" dt="2026-09-05T08:35:14.747" v="114"/>
          <pc:sldLayoutMkLst>
            <pc:docMk/>
            <pc:sldMasterMk cId="153666739" sldId="2147483677"/>
            <pc:sldLayoutMk cId="3042058471" sldId="2147483690"/>
          </pc:sldLayoutMkLst>
        </pc:sldLayoutChg>
        <pc:sldLayoutChg chg="add del mod replId">
          <pc:chgData name="Edynamite Granola" userId="a45e8e834760f83d" providerId="Windows Live" clId="Web-{53D56F25-BDE9-40E1-BB23-3AF0AC9796B9}" dt="2026-09-05T08:35:14.747" v="114"/>
          <pc:sldLayoutMkLst>
            <pc:docMk/>
            <pc:sldMasterMk cId="153666739" sldId="2147483677"/>
            <pc:sldLayoutMk cId="828701934" sldId="2147483691"/>
          </pc:sldLayoutMkLst>
        </pc:sldLayoutChg>
        <pc:sldLayoutChg chg="add del mod replId">
          <pc:chgData name="Edynamite Granola" userId="a45e8e834760f83d" providerId="Windows Live" clId="Web-{53D56F25-BDE9-40E1-BB23-3AF0AC9796B9}" dt="2026-09-05T08:35:14.747" v="114"/>
          <pc:sldLayoutMkLst>
            <pc:docMk/>
            <pc:sldMasterMk cId="153666739" sldId="2147483677"/>
            <pc:sldLayoutMk cId="1745726476" sldId="2147483692"/>
          </pc:sldLayoutMkLst>
        </pc:sldLayoutChg>
        <pc:sldLayoutChg chg="add del mod replId">
          <pc:chgData name="Edynamite Granola" userId="a45e8e834760f83d" providerId="Windows Live" clId="Web-{53D56F25-BDE9-40E1-BB23-3AF0AC9796B9}" dt="2026-09-05T08:35:14.747" v="114"/>
          <pc:sldLayoutMkLst>
            <pc:docMk/>
            <pc:sldMasterMk cId="153666739" sldId="2147483677"/>
            <pc:sldLayoutMk cId="298767325" sldId="2147483693"/>
          </pc:sldLayoutMkLst>
        </pc:sldLayoutChg>
        <pc:sldLayoutChg chg="add del mod replId">
          <pc:chgData name="Edynamite Granola" userId="a45e8e834760f83d" providerId="Windows Live" clId="Web-{53D56F25-BDE9-40E1-BB23-3AF0AC9796B9}" dt="2026-09-05T08:35:14.747" v="114"/>
          <pc:sldLayoutMkLst>
            <pc:docMk/>
            <pc:sldMasterMk cId="153666739" sldId="2147483677"/>
            <pc:sldLayoutMk cId="3939354806" sldId="2147483694"/>
          </pc:sldLayoutMkLst>
        </pc:sldLayoutChg>
      </pc:sldMasterChg>
      <pc:sldMasterChg chg="add addSldLayout modSldLayout">
        <pc:chgData name="Edynamite Granola" userId="a45e8e834760f83d" providerId="Windows Live" clId="Web-{53D56F25-BDE9-40E1-BB23-3AF0AC9796B9}" dt="2026-09-05T08:35:14.747" v="114"/>
        <pc:sldMasterMkLst>
          <pc:docMk/>
          <pc:sldMasterMk cId="584402860" sldId="2147483695"/>
        </pc:sldMasterMkLst>
        <pc:sldLayoutChg chg="add mod replId">
          <pc:chgData name="Edynamite Granola" userId="a45e8e834760f83d" providerId="Windows Live" clId="Web-{53D56F25-BDE9-40E1-BB23-3AF0AC9796B9}" dt="2026-09-05T08:35:14.747" v="114"/>
          <pc:sldLayoutMkLst>
            <pc:docMk/>
            <pc:sldMasterMk cId="584402860" sldId="2147483695"/>
            <pc:sldLayoutMk cId="3544204364" sldId="2147483696"/>
          </pc:sldLayoutMkLst>
        </pc:sldLayoutChg>
        <pc:sldLayoutChg chg="add mod replId">
          <pc:chgData name="Edynamite Granola" userId="a45e8e834760f83d" providerId="Windows Live" clId="Web-{53D56F25-BDE9-40E1-BB23-3AF0AC9796B9}" dt="2026-09-05T08:35:14.747" v="114"/>
          <pc:sldLayoutMkLst>
            <pc:docMk/>
            <pc:sldMasterMk cId="584402860" sldId="2147483695"/>
            <pc:sldLayoutMk cId="464950118" sldId="2147483697"/>
          </pc:sldLayoutMkLst>
        </pc:sldLayoutChg>
        <pc:sldLayoutChg chg="add mod replId">
          <pc:chgData name="Edynamite Granola" userId="a45e8e834760f83d" providerId="Windows Live" clId="Web-{53D56F25-BDE9-40E1-BB23-3AF0AC9796B9}" dt="2026-09-05T08:35:14.747" v="114"/>
          <pc:sldLayoutMkLst>
            <pc:docMk/>
            <pc:sldMasterMk cId="584402860" sldId="2147483695"/>
            <pc:sldLayoutMk cId="3979213125" sldId="2147483698"/>
          </pc:sldLayoutMkLst>
        </pc:sldLayoutChg>
        <pc:sldLayoutChg chg="add mod replId">
          <pc:chgData name="Edynamite Granola" userId="a45e8e834760f83d" providerId="Windows Live" clId="Web-{53D56F25-BDE9-40E1-BB23-3AF0AC9796B9}" dt="2026-09-05T08:35:14.747" v="114"/>
          <pc:sldLayoutMkLst>
            <pc:docMk/>
            <pc:sldMasterMk cId="584402860" sldId="2147483695"/>
            <pc:sldLayoutMk cId="459570655" sldId="2147483699"/>
          </pc:sldLayoutMkLst>
        </pc:sldLayoutChg>
        <pc:sldLayoutChg chg="add mod replId">
          <pc:chgData name="Edynamite Granola" userId="a45e8e834760f83d" providerId="Windows Live" clId="Web-{53D56F25-BDE9-40E1-BB23-3AF0AC9796B9}" dt="2026-09-05T08:35:14.747" v="114"/>
          <pc:sldLayoutMkLst>
            <pc:docMk/>
            <pc:sldMasterMk cId="584402860" sldId="2147483695"/>
            <pc:sldLayoutMk cId="3436848393" sldId="2147483700"/>
          </pc:sldLayoutMkLst>
        </pc:sldLayoutChg>
        <pc:sldLayoutChg chg="add mod replId">
          <pc:chgData name="Edynamite Granola" userId="a45e8e834760f83d" providerId="Windows Live" clId="Web-{53D56F25-BDE9-40E1-BB23-3AF0AC9796B9}" dt="2026-09-05T08:35:14.747" v="114"/>
          <pc:sldLayoutMkLst>
            <pc:docMk/>
            <pc:sldMasterMk cId="584402860" sldId="2147483695"/>
            <pc:sldLayoutMk cId="647171737" sldId="2147483701"/>
          </pc:sldLayoutMkLst>
        </pc:sldLayoutChg>
        <pc:sldLayoutChg chg="add mod replId">
          <pc:chgData name="Edynamite Granola" userId="a45e8e834760f83d" providerId="Windows Live" clId="Web-{53D56F25-BDE9-40E1-BB23-3AF0AC9796B9}" dt="2026-09-05T08:35:14.747" v="114"/>
          <pc:sldLayoutMkLst>
            <pc:docMk/>
            <pc:sldMasterMk cId="584402860" sldId="2147483695"/>
            <pc:sldLayoutMk cId="2504878689" sldId="2147483702"/>
          </pc:sldLayoutMkLst>
        </pc:sldLayoutChg>
        <pc:sldLayoutChg chg="add mod replId">
          <pc:chgData name="Edynamite Granola" userId="a45e8e834760f83d" providerId="Windows Live" clId="Web-{53D56F25-BDE9-40E1-BB23-3AF0AC9796B9}" dt="2026-09-05T08:35:14.747" v="114"/>
          <pc:sldLayoutMkLst>
            <pc:docMk/>
            <pc:sldMasterMk cId="584402860" sldId="2147483695"/>
            <pc:sldLayoutMk cId="1681625075" sldId="2147483703"/>
          </pc:sldLayoutMkLst>
        </pc:sldLayoutChg>
        <pc:sldLayoutChg chg="add mod replId">
          <pc:chgData name="Edynamite Granola" userId="a45e8e834760f83d" providerId="Windows Live" clId="Web-{53D56F25-BDE9-40E1-BB23-3AF0AC9796B9}" dt="2026-09-05T08:35:14.747" v="114"/>
          <pc:sldLayoutMkLst>
            <pc:docMk/>
            <pc:sldMasterMk cId="584402860" sldId="2147483695"/>
            <pc:sldLayoutMk cId="2932599627" sldId="2147483704"/>
          </pc:sldLayoutMkLst>
        </pc:sldLayoutChg>
        <pc:sldLayoutChg chg="add mod replId">
          <pc:chgData name="Edynamite Granola" userId="a45e8e834760f83d" providerId="Windows Live" clId="Web-{53D56F25-BDE9-40E1-BB23-3AF0AC9796B9}" dt="2026-09-05T08:35:14.747" v="114"/>
          <pc:sldLayoutMkLst>
            <pc:docMk/>
            <pc:sldMasterMk cId="584402860" sldId="2147483695"/>
            <pc:sldLayoutMk cId="3921042204" sldId="2147483705"/>
          </pc:sldLayoutMkLst>
        </pc:sldLayoutChg>
        <pc:sldLayoutChg chg="add mod replId">
          <pc:chgData name="Edynamite Granola" userId="a45e8e834760f83d" providerId="Windows Live" clId="Web-{53D56F25-BDE9-40E1-BB23-3AF0AC9796B9}" dt="2026-09-05T08:35:14.747" v="114"/>
          <pc:sldLayoutMkLst>
            <pc:docMk/>
            <pc:sldMasterMk cId="584402860" sldId="2147483695"/>
            <pc:sldLayoutMk cId="2284734853" sldId="2147483706"/>
          </pc:sldLayoutMkLst>
        </pc:sldLayoutChg>
        <pc:sldLayoutChg chg="add mod replId">
          <pc:chgData name="Edynamite Granola" userId="a45e8e834760f83d" providerId="Windows Live" clId="Web-{53D56F25-BDE9-40E1-BB23-3AF0AC9796B9}" dt="2026-09-05T08:35:14.747" v="114"/>
          <pc:sldLayoutMkLst>
            <pc:docMk/>
            <pc:sldMasterMk cId="584402860" sldId="2147483695"/>
            <pc:sldLayoutMk cId="3881709536" sldId="2147483707"/>
          </pc:sldLayoutMkLst>
        </pc:sldLayoutChg>
        <pc:sldLayoutChg chg="add mod replId">
          <pc:chgData name="Edynamite Granola" userId="a45e8e834760f83d" providerId="Windows Live" clId="Web-{53D56F25-BDE9-40E1-BB23-3AF0AC9796B9}" dt="2026-09-05T08:35:14.747" v="114"/>
          <pc:sldLayoutMkLst>
            <pc:docMk/>
            <pc:sldMasterMk cId="584402860" sldId="2147483695"/>
            <pc:sldLayoutMk cId="1339613520" sldId="2147483708"/>
          </pc:sldLayoutMkLst>
        </pc:sldLayoutChg>
        <pc:sldLayoutChg chg="add mod replId">
          <pc:chgData name="Edynamite Granola" userId="a45e8e834760f83d" providerId="Windows Live" clId="Web-{53D56F25-BDE9-40E1-BB23-3AF0AC9796B9}" dt="2026-09-05T08:35:14.747" v="114"/>
          <pc:sldLayoutMkLst>
            <pc:docMk/>
            <pc:sldMasterMk cId="584402860" sldId="2147483695"/>
            <pc:sldLayoutMk cId="326731875" sldId="2147483709"/>
          </pc:sldLayoutMkLst>
        </pc:sldLayoutChg>
        <pc:sldLayoutChg chg="add mod replId">
          <pc:chgData name="Edynamite Granola" userId="a45e8e834760f83d" providerId="Windows Live" clId="Web-{53D56F25-BDE9-40E1-BB23-3AF0AC9796B9}" dt="2026-09-05T08:35:14.747" v="114"/>
          <pc:sldLayoutMkLst>
            <pc:docMk/>
            <pc:sldMasterMk cId="584402860" sldId="2147483695"/>
            <pc:sldLayoutMk cId="3959907360" sldId="2147483710"/>
          </pc:sldLayoutMkLst>
        </pc:sldLayoutChg>
        <pc:sldLayoutChg chg="add mod replId">
          <pc:chgData name="Edynamite Granola" userId="a45e8e834760f83d" providerId="Windows Live" clId="Web-{53D56F25-BDE9-40E1-BB23-3AF0AC9796B9}" dt="2026-09-05T08:35:14.747" v="114"/>
          <pc:sldLayoutMkLst>
            <pc:docMk/>
            <pc:sldMasterMk cId="584402860" sldId="2147483695"/>
            <pc:sldLayoutMk cId="214448305" sldId="214748371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204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950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213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570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848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171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878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625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599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042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847348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7095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396135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7318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907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48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402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9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93456"/>
                </a:solidFill>
              </a:defRPr>
            </a:pPr>
            <a:r>
              <a:t>LAND REGISTRATION DATABASE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30611" y="2743200"/>
            <a:ext cx="5300297" cy="754053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2500">
                <a:solidFill>
                  <a:srgbClr val="2D5B91"/>
                </a:solidFill>
              </a:defRPr>
            </a:pPr>
            <a:r>
              <a:rPr dirty="0"/>
              <a:t>Day 21 — Final Project Presentation</a:t>
            </a:r>
          </a:p>
          <a:p>
            <a:pPr algn="ctr">
              <a:defRPr sz="1800">
                <a:solidFill>
                  <a:srgbClr val="5F6973"/>
                </a:solidFill>
              </a:defRPr>
            </a:pPr>
            <a:r>
              <a:rPr dirty="0"/>
              <a:t>PostgreSQL • psql • Land Registration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21848" y="4937760"/>
            <a:ext cx="6165535" cy="369332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1800">
                <a:solidFill>
                  <a:srgbClr val="23272C"/>
                </a:solidFill>
              </a:defRPr>
            </a:pPr>
            <a:r>
              <a:rPr dirty="0"/>
              <a:t>Presented by:</a:t>
            </a:r>
            <a:r>
              <a:rPr lang="en-US" dirty="0"/>
              <a:t> </a:t>
            </a:r>
            <a:r>
              <a:rPr lang="en-US" u="sng" dirty="0"/>
              <a:t>EDSON KAMUGISHA EDWIN.</a:t>
            </a:r>
            <a:r>
              <a:rPr lang="en-US" dirty="0"/>
              <a:t>          |    Course: </a:t>
            </a:r>
            <a:r>
              <a:rPr lang="en-US" u="sng" dirty="0"/>
              <a:t>BCS</a:t>
            </a:r>
            <a:endParaRPr lang="en-US" u="sng" dirty="0">
              <a:ea typeface="Calibri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75520" y="644652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Day 21 •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1.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72C"/>
                </a:solidFill>
              </a:defRPr>
            </a:pPr>
            <a:r>
              <a:t>Land registration involves multiple related records that must be managed consistently.</a:t>
            </a:r>
          </a:p>
          <a:p>
            <a:pPr>
              <a:spcAft>
                <a:spcPts val="1000"/>
              </a:spcAft>
              <a:defRPr sz="2200">
                <a:solidFill>
                  <a:srgbClr val="23272C"/>
                </a:solidFill>
              </a:defRPr>
            </a:pPr>
            <a:r>
              <a:t>The system needs to organize landowners, parcels, districts, applications, payments, titles, transfers and disputes.</a:t>
            </a:r>
          </a:p>
          <a:p>
            <a:pPr>
              <a:spcAft>
                <a:spcPts val="1000"/>
              </a:spcAft>
              <a:defRPr sz="2200">
                <a:solidFill>
                  <a:srgbClr val="23272C"/>
                </a:solidFill>
              </a:defRPr>
            </a:pPr>
            <a:r>
              <a:t>Manual or disconnected record keeping can make searching, reporting and relationship tracking difficult.</a:t>
            </a:r>
          </a:p>
          <a:p>
            <a:pPr>
              <a:spcAft>
                <a:spcPts val="1000"/>
              </a:spcAft>
              <a:defRPr sz="2200">
                <a:solidFill>
                  <a:srgbClr val="23272C"/>
                </a:solidFill>
              </a:defRPr>
            </a:pPr>
            <a:r>
              <a:t>This project implements a relational PostgreSQL database to store and connect these records.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Day 21 •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2. 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72C"/>
                </a:solidFill>
              </a:defRPr>
            </a:pPr>
            <a:r>
              <a:t>Design and implement a Land Registration Database using PostgreSQL.</a:t>
            </a:r>
          </a:p>
          <a:p>
            <a:pPr>
              <a:spcAft>
                <a:spcPts val="1000"/>
              </a:spcAft>
              <a:defRPr sz="2000">
                <a:solidFill>
                  <a:srgbClr val="23272C"/>
                </a:solidFill>
              </a:defRPr>
            </a:pPr>
            <a:r>
              <a:t>Register and manage landowners and land parcels.</a:t>
            </a:r>
          </a:p>
          <a:p>
            <a:pPr>
              <a:spcAft>
                <a:spcPts val="1000"/>
              </a:spcAft>
              <a:defRPr sz="2000">
                <a:solidFill>
                  <a:srgbClr val="23272C"/>
                </a:solidFill>
              </a:defRPr>
            </a:pPr>
            <a:r>
              <a:t>Manage land registration applications and payments.</a:t>
            </a:r>
          </a:p>
          <a:p>
            <a:pPr>
              <a:spcAft>
                <a:spcPts val="1000"/>
              </a:spcAft>
              <a:defRPr sz="2000">
                <a:solidFill>
                  <a:srgbClr val="23272C"/>
                </a:solidFill>
              </a:defRPr>
            </a:pPr>
            <a:r>
              <a:t>Create and manage land titles.</a:t>
            </a:r>
          </a:p>
          <a:p>
            <a:pPr>
              <a:spcAft>
                <a:spcPts val="1000"/>
              </a:spcAft>
              <a:defRPr sz="2000">
                <a:solidFill>
                  <a:srgbClr val="23272C"/>
                </a:solidFill>
              </a:defRPr>
            </a:pPr>
            <a:r>
              <a:t>Track ownership transfers and land disputes.</a:t>
            </a:r>
          </a:p>
          <a:p>
            <a:pPr>
              <a:spcAft>
                <a:spcPts val="1000"/>
              </a:spcAft>
              <a:defRPr sz="2000">
                <a:solidFill>
                  <a:srgbClr val="23272C"/>
                </a:solidFill>
              </a:defRPr>
            </a:pPr>
            <a:r>
              <a:t>Enforce data integrity using primary keys, foreign keys, UNIQUE and CHECK constraints.</a:t>
            </a:r>
          </a:p>
          <a:p>
            <a:pPr>
              <a:spcAft>
                <a:spcPts val="1000"/>
              </a:spcAft>
              <a:defRPr sz="2000">
                <a:solidFill>
                  <a:srgbClr val="23272C"/>
                </a:solidFill>
              </a:defRPr>
            </a:pPr>
            <a:r>
              <a:t>Implement role-based database security.</a:t>
            </a:r>
          </a:p>
          <a:p>
            <a:pPr>
              <a:spcAft>
                <a:spcPts val="1000"/>
              </a:spcAft>
              <a:defRPr sz="2000">
                <a:solidFill>
                  <a:srgbClr val="23272C"/>
                </a:solidFill>
              </a:defRPr>
            </a:pPr>
            <a:r>
              <a:t>Produce useful administrative reports.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Day 21 •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3. Entity Relationship Diagram (ERD)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Diagram supplied for the project</a:t>
            </a:r>
          </a:p>
        </p:txBody>
      </p:sp>
      <p:pic>
        <p:nvPicPr>
          <p:cNvPr id="6" name="Picture 5" descr="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51560"/>
            <a:ext cx="11018520" cy="5074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75520" y="644652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Day 21 •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4. Database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394960" cy="25442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72C"/>
                </a:solidFill>
              </a:defRPr>
            </a:pPr>
            <a:r>
              <a:rPr dirty="0"/>
              <a:t>landowners — personal and contact details</a:t>
            </a:r>
          </a:p>
          <a:p>
            <a:pPr>
              <a:spcAft>
                <a:spcPts val="1000"/>
              </a:spcAft>
              <a:defRPr sz="1800">
                <a:solidFill>
                  <a:srgbClr val="23272C"/>
                </a:solidFill>
              </a:defRPr>
            </a:pPr>
            <a:r>
              <a:rPr dirty="0"/>
              <a:t>regions — region information</a:t>
            </a:r>
          </a:p>
          <a:p>
            <a:pPr>
              <a:spcAft>
                <a:spcPts val="1000"/>
              </a:spcAft>
              <a:defRPr sz="1800">
                <a:solidFill>
                  <a:srgbClr val="23272C"/>
                </a:solidFill>
              </a:defRPr>
            </a:pPr>
            <a:r>
              <a:rPr dirty="0"/>
              <a:t>districts — districts linked to regions</a:t>
            </a:r>
          </a:p>
          <a:p>
            <a:pPr>
              <a:spcAft>
                <a:spcPts val="1000"/>
              </a:spcAft>
              <a:defRPr sz="1800">
                <a:solidFill>
                  <a:srgbClr val="23272C"/>
                </a:solidFill>
              </a:defRPr>
            </a:pPr>
            <a:r>
              <a:rPr dirty="0"/>
              <a:t>land_parcels — plot, block, area, use, location and owner</a:t>
            </a:r>
          </a:p>
          <a:p>
            <a:pPr>
              <a:spcAft>
                <a:spcPts val="1000"/>
              </a:spcAft>
              <a:defRPr sz="1800">
                <a:solidFill>
                  <a:srgbClr val="23272C"/>
                </a:solidFill>
              </a:defRPr>
            </a:pPr>
            <a:r>
              <a:rPr dirty="0"/>
              <a:t>applications — registration and other land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344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72C"/>
                </a:solidFill>
              </a:defRPr>
            </a:pPr>
            <a:r>
              <a:t>payments — payments linked to applications</a:t>
            </a:r>
          </a:p>
          <a:p>
            <a:pPr>
              <a:spcAft>
                <a:spcPts val="1000"/>
              </a:spcAft>
              <a:defRPr sz="1800">
                <a:solidFill>
                  <a:srgbClr val="23272C"/>
                </a:solidFill>
              </a:defRPr>
            </a:pPr>
            <a:r>
              <a:t>titles — titles linked to parcels</a:t>
            </a:r>
          </a:p>
          <a:p>
            <a:pPr>
              <a:spcAft>
                <a:spcPts val="1000"/>
              </a:spcAft>
              <a:defRPr sz="1800">
                <a:solidFill>
                  <a:srgbClr val="23272C"/>
                </a:solidFill>
              </a:defRPr>
            </a:pPr>
            <a:r>
              <a:t>transfers — ownership transfer history</a:t>
            </a:r>
          </a:p>
          <a:p>
            <a:pPr>
              <a:spcAft>
                <a:spcPts val="1000"/>
              </a:spcAft>
              <a:defRPr sz="1800">
                <a:solidFill>
                  <a:srgbClr val="23272C"/>
                </a:solidFill>
              </a:defRPr>
            </a:pPr>
            <a:r>
              <a:t>disputes — disputes linked to parcels and complainants</a:t>
            </a:r>
          </a:p>
          <a:p>
            <a:pPr>
              <a:spcAft>
                <a:spcPts val="1000"/>
              </a:spcAft>
              <a:defRPr sz="1800">
                <a:solidFill>
                  <a:srgbClr val="23272C"/>
                </a:solidFill>
              </a:defRPr>
            </a:pPr>
            <a:r>
              <a:t>Indexes and constraints support integrity and efficient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4652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Day 21 •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5. Key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88824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72C"/>
                </a:solidFill>
              </a:defRPr>
            </a:pPr>
            <a:r>
              <a:rPr dirty="0"/>
              <a:t>regions → districts → land_parcels</a:t>
            </a:r>
            <a:endParaRPr lang="en-US" dirty="0"/>
          </a:p>
          <a:p>
            <a:pPr>
              <a:spcAft>
                <a:spcPts val="1000"/>
              </a:spcAft>
              <a:defRPr sz="2000">
                <a:solidFill>
                  <a:srgbClr val="23272C"/>
                </a:solidFill>
              </a:defRPr>
            </a:pPr>
            <a:r>
              <a:rPr dirty="0"/>
              <a:t>landowners → </a:t>
            </a:r>
            <a:r>
              <a:rPr dirty="0" err="1"/>
              <a:t>land_parcels</a:t>
            </a:r>
            <a:r>
              <a:rPr dirty="0"/>
              <a:t> through </a:t>
            </a:r>
            <a:r>
              <a:rPr dirty="0" err="1"/>
              <a:t>current_owner_id</a:t>
            </a:r>
          </a:p>
          <a:p>
            <a:pPr>
              <a:spcAft>
                <a:spcPts val="1000"/>
              </a:spcAft>
              <a:defRPr sz="2000">
                <a:solidFill>
                  <a:srgbClr val="23272C"/>
                </a:solidFill>
              </a:defRPr>
            </a:pPr>
            <a:r>
              <a:rPr dirty="0"/>
              <a:t>landowners → applications through </a:t>
            </a:r>
            <a:r>
              <a:rPr dirty="0" err="1"/>
              <a:t>applicant_id</a:t>
            </a:r>
          </a:p>
          <a:p>
            <a:pPr>
              <a:spcAft>
                <a:spcPts val="1000"/>
              </a:spcAft>
              <a:defRPr sz="2000">
                <a:solidFill>
                  <a:srgbClr val="23272C"/>
                </a:solidFill>
              </a:defRPr>
            </a:pPr>
            <a:r>
              <a:rPr dirty="0" err="1"/>
              <a:t>land_parcels</a:t>
            </a:r>
            <a:r>
              <a:rPr dirty="0"/>
              <a:t> → applications through </a:t>
            </a:r>
            <a:r>
              <a:rPr dirty="0" err="1"/>
              <a:t>parcel_id</a:t>
            </a:r>
          </a:p>
          <a:p>
            <a:pPr>
              <a:spcAft>
                <a:spcPts val="1000"/>
              </a:spcAft>
              <a:defRPr sz="2000">
                <a:solidFill>
                  <a:srgbClr val="23272C"/>
                </a:solidFill>
              </a:defRPr>
            </a:pPr>
            <a:r>
              <a:rPr dirty="0"/>
              <a:t>applications → payments through </a:t>
            </a:r>
            <a:r>
              <a:rPr dirty="0" err="1"/>
              <a:t>application_id</a:t>
            </a:r>
          </a:p>
          <a:p>
            <a:pPr>
              <a:spcAft>
                <a:spcPts val="1000"/>
              </a:spcAft>
              <a:defRPr sz="2000">
                <a:solidFill>
                  <a:srgbClr val="23272C"/>
                </a:solidFill>
              </a:defRPr>
            </a:pPr>
            <a:r>
              <a:rPr dirty="0" err="1"/>
              <a:t>land_parcels</a:t>
            </a:r>
            <a:r>
              <a:rPr dirty="0"/>
              <a:t> → titles through </a:t>
            </a:r>
            <a:r>
              <a:rPr dirty="0" err="1"/>
              <a:t>parcel_id</a:t>
            </a:r>
          </a:p>
          <a:p>
            <a:pPr>
              <a:spcAft>
                <a:spcPts val="1000"/>
              </a:spcAft>
              <a:defRPr sz="2000">
                <a:solidFill>
                  <a:srgbClr val="23272C"/>
                </a:solidFill>
              </a:defRPr>
            </a:pPr>
            <a:r>
              <a:rPr dirty="0"/>
              <a:t>titles → transfers through </a:t>
            </a:r>
            <a:r>
              <a:rPr dirty="0" err="1"/>
              <a:t>title_id</a:t>
            </a:r>
          </a:p>
          <a:p>
            <a:pPr>
              <a:spcAft>
                <a:spcPts val="1000"/>
              </a:spcAft>
              <a:defRPr sz="2000">
                <a:solidFill>
                  <a:srgbClr val="23272C"/>
                </a:solidFill>
              </a:defRPr>
            </a:pPr>
            <a:r>
              <a:rPr dirty="0"/>
              <a:t>landowners → transfers as </a:t>
            </a:r>
            <a:r>
              <a:rPr dirty="0" err="1"/>
              <a:t>previous_owner</a:t>
            </a:r>
            <a:r>
              <a:rPr dirty="0"/>
              <a:t> and </a:t>
            </a:r>
            <a:r>
              <a:rPr dirty="0" err="1"/>
              <a:t>new_owner</a:t>
            </a:r>
          </a:p>
          <a:p>
            <a:pPr>
              <a:spcAft>
                <a:spcPts val="1000"/>
              </a:spcAft>
              <a:defRPr sz="2000">
                <a:solidFill>
                  <a:srgbClr val="23272C"/>
                </a:solidFill>
              </a:defRPr>
            </a:pPr>
            <a:r>
              <a:rPr dirty="0" err="1"/>
              <a:t>land_parcels</a:t>
            </a:r>
            <a:r>
              <a:rPr dirty="0"/>
              <a:t> and landowners → disputes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Day 21 •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6. Example SQL Queries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10607040" cy="4480560"/>
          </a:xfrm>
          <a:prstGeom prst="roundRect">
            <a:avLst/>
          </a:prstGeom>
          <a:solidFill>
            <a:srgbClr val="F5F7FA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272C"/>
                </a:solidFill>
                <a:latin typeface="Courier New"/>
              </a:defRPr>
            </a:pPr>
            <a:r>
              <a:t>-- Search by name</a:t>
            </a:r>
            <a:br/>
            <a:r>
              <a:t>SELECT *</a:t>
            </a:r>
            <a:br/>
            <a:r>
              <a:t>FROM landowners</a:t>
            </a:r>
            <a:br/>
            <a:r>
              <a:t>WHERE first_name ILIKE '%John%';</a:t>
            </a:r>
            <a:br/>
            <a:br/>
            <a:r>
              <a:t>-- Search by National ID</a:t>
            </a:r>
            <a:br/>
            <a:r>
              <a:t>SELECT *</a:t>
            </a:r>
            <a:br/>
            <a:r>
              <a:t>FROM landowners</a:t>
            </a:r>
            <a:br/>
            <a:r>
              <a:t>WHERE national_id_sample = 'TZ-100001';</a:t>
            </a:r>
            <a:br/>
            <a:br/>
            <a:r>
              <a:t>-- Search by phone</a:t>
            </a:r>
            <a:br/>
            <a:r>
              <a:t>SELECT *</a:t>
            </a:r>
            <a:br/>
            <a:r>
              <a:t>FROM landowners</a:t>
            </a:r>
            <a:br/>
            <a:r>
              <a:t>WHERE phone = '+255712000001';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4652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Day 21 •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7. Security and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72C"/>
                </a:solidFill>
              </a:defRPr>
            </a:pPr>
            <a:r>
              <a:t>land_admin — administrative access for managing the database.</a:t>
            </a:r>
          </a:p>
          <a:p>
            <a:pPr>
              <a:spcAft>
                <a:spcPts val="1000"/>
              </a:spcAft>
              <a:defRPr sz="2100">
                <a:solidFill>
                  <a:srgbClr val="23272C"/>
                </a:solidFill>
              </a:defRPr>
            </a:pPr>
            <a:r>
              <a:t>land_officer — operational access for permitted data-entry and update tasks.</a:t>
            </a:r>
          </a:p>
          <a:p>
            <a:pPr>
              <a:spcAft>
                <a:spcPts val="1000"/>
              </a:spcAft>
              <a:defRPr sz="2100">
                <a:solidFill>
                  <a:srgbClr val="23272C"/>
                </a:solidFill>
              </a:defRPr>
            </a:pPr>
            <a:r>
              <a:t>land_viewer — read-only access for viewing data and reports.</a:t>
            </a:r>
          </a:p>
          <a:p>
            <a:pPr>
              <a:spcAft>
                <a:spcPts val="1000"/>
              </a:spcAft>
              <a:defRPr sz="2100">
                <a:solidFill>
                  <a:srgbClr val="23272C"/>
                </a:solidFill>
              </a:defRPr>
            </a:pPr>
            <a:r>
              <a:t>GRANT and REVOKE are used to control permissions.</a:t>
            </a:r>
          </a:p>
          <a:p>
            <a:pPr>
              <a:spcAft>
                <a:spcPts val="1000"/>
              </a:spcAft>
              <a:defRPr sz="2100">
                <a:solidFill>
                  <a:srgbClr val="23272C"/>
                </a:solidFill>
              </a:defRPr>
            </a:pPr>
            <a:r>
              <a:t>The viewer role is verified as read-only.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3886200"/>
            <a:ext cx="10058400" cy="1737360"/>
          </a:xfrm>
          <a:prstGeom prst="roundRect">
            <a:avLst/>
          </a:prstGeom>
          <a:solidFill>
            <a:srgbClr val="F5F7FA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406908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72C"/>
                </a:solidFill>
                <a:latin typeface="Courier New"/>
              </a:defRPr>
            </a:pPr>
            <a:r>
              <a:t>-- Example read-only permission</a:t>
            </a:r>
            <a:br/>
            <a:r>
              <a:t>GRANT SELECT ON ALL TABLES IN SCHEMA public TO land_viewer;</a:t>
            </a:r>
            <a:br/>
            <a:br/>
            <a:r>
              <a:t>REVOKE INSERT, UPDATE, DELETE</a:t>
            </a:r>
            <a:br/>
            <a:r>
              <a:t>ON ALL TABLES IN SCHEMA public</a:t>
            </a:r>
            <a:br/>
            <a:r>
              <a:t>FROM land_viewer;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4652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Day 21 •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8. Final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23272C"/>
                </a:solidFill>
              </a:defRPr>
            </a:pPr>
            <a:r>
              <a:t>Landowners Report</a:t>
            </a:r>
          </a:p>
          <a:p>
            <a:pPr>
              <a:spcAft>
                <a:spcPts val="1000"/>
              </a:spcAft>
              <a:defRPr sz="2400">
                <a:solidFill>
                  <a:srgbClr val="23272C"/>
                </a:solidFill>
              </a:defRPr>
            </a:pPr>
            <a:r>
              <a:t>Parcels by District Report</a:t>
            </a:r>
          </a:p>
          <a:p>
            <a:pPr>
              <a:spcAft>
                <a:spcPts val="1000"/>
              </a:spcAft>
              <a:defRPr sz="2400">
                <a:solidFill>
                  <a:srgbClr val="23272C"/>
                </a:solidFill>
              </a:defRPr>
            </a:pPr>
            <a:r>
              <a:t>Active Titles Report</a:t>
            </a:r>
          </a:p>
          <a:p>
            <a:pPr>
              <a:spcAft>
                <a:spcPts val="1000"/>
              </a:spcAft>
              <a:defRPr sz="2400">
                <a:solidFill>
                  <a:srgbClr val="23272C"/>
                </a:solidFill>
              </a:defRPr>
            </a:pPr>
            <a:r>
              <a:t>Pending Applications Report</a:t>
            </a:r>
          </a:p>
          <a:p>
            <a:pPr>
              <a:spcAft>
                <a:spcPts val="1000"/>
              </a:spcAft>
              <a:defRPr sz="2400">
                <a:solidFill>
                  <a:srgbClr val="23272C"/>
                </a:solidFill>
              </a:defRPr>
            </a:pPr>
            <a:r>
              <a:t>Payments Report</a:t>
            </a:r>
          </a:p>
          <a:p>
            <a:pPr>
              <a:spcAft>
                <a:spcPts val="1000"/>
              </a:spcAft>
              <a:defRPr sz="2400">
                <a:solidFill>
                  <a:srgbClr val="23272C"/>
                </a:solidFill>
              </a:defRPr>
            </a:pPr>
            <a:r>
              <a:t>Transfer History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Day 21 •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9. Full System Test — Day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72C"/>
                </a:solidFill>
              </a:defRPr>
            </a:pPr>
            <a:r>
              <a:t>1. Register a fictional landowner</a:t>
            </a:r>
          </a:p>
          <a:p>
            <a:pPr>
              <a:spcAft>
                <a:spcPts val="1000"/>
              </a:spcAft>
              <a:defRPr sz="1900">
                <a:solidFill>
                  <a:srgbClr val="23272C"/>
                </a:solidFill>
              </a:defRPr>
            </a:pPr>
            <a:r>
              <a:t>2. Register a parcel for the owner</a:t>
            </a:r>
          </a:p>
          <a:p>
            <a:pPr>
              <a:spcAft>
                <a:spcPts val="1000"/>
              </a:spcAft>
              <a:defRPr sz="1900">
                <a:solidFill>
                  <a:srgbClr val="23272C"/>
                </a:solidFill>
              </a:defRPr>
            </a:pPr>
            <a:r>
              <a:t>3. Create a First Registration application</a:t>
            </a:r>
          </a:p>
          <a:p>
            <a:pPr>
              <a:spcAft>
                <a:spcPts val="1000"/>
              </a:spcAft>
              <a:defRPr sz="1900">
                <a:solidFill>
                  <a:srgbClr val="23272C"/>
                </a:solidFill>
              </a:defRPr>
            </a:pPr>
            <a:r>
              <a:t>4. Record payment</a:t>
            </a:r>
          </a:p>
          <a:p>
            <a:pPr>
              <a:spcAft>
                <a:spcPts val="1000"/>
              </a:spcAft>
              <a:defRPr sz="1900">
                <a:solidFill>
                  <a:srgbClr val="23272C"/>
                </a:solidFill>
              </a:defRPr>
            </a:pPr>
            <a:r>
              <a:t>5. Approve and complete the application</a:t>
            </a:r>
          </a:p>
          <a:p>
            <a:pPr>
              <a:spcAft>
                <a:spcPts val="1000"/>
              </a:spcAft>
              <a:defRPr sz="1900">
                <a:solidFill>
                  <a:srgbClr val="23272C"/>
                </a:solidFill>
              </a:defRPr>
            </a:pPr>
            <a:r>
              <a:t>6. Create an ACTIVE land title</a:t>
            </a:r>
          </a:p>
          <a:p>
            <a:pPr>
              <a:spcAft>
                <a:spcPts val="1000"/>
              </a:spcAft>
              <a:defRPr sz="1900">
                <a:solidFill>
                  <a:srgbClr val="23272C"/>
                </a:solidFill>
              </a:defRPr>
            </a:pPr>
            <a:r>
              <a:t>7. Register a second owner and complete a transfer</a:t>
            </a:r>
          </a:p>
          <a:p>
            <a:pPr>
              <a:spcAft>
                <a:spcPts val="1000"/>
              </a:spcAft>
              <a:defRPr sz="1900">
                <a:solidFill>
                  <a:srgbClr val="23272C"/>
                </a:solidFill>
              </a:defRPr>
            </a:pPr>
            <a:r>
              <a:t>8. Create and verify a dispute</a:t>
            </a:r>
          </a:p>
          <a:p>
            <a:pPr>
              <a:spcAft>
                <a:spcPts val="1000"/>
              </a:spcAft>
              <a:defRPr sz="1900">
                <a:solidFill>
                  <a:srgbClr val="23272C"/>
                </a:solidFill>
              </a:defRPr>
            </a:pPr>
            <a:r>
              <a:t>9. Test UNIQUE and FOREIGN KEY constraints</a:t>
            </a:r>
          </a:p>
          <a:p>
            <a:pPr>
              <a:spcAft>
                <a:spcPts val="1000"/>
              </a:spcAft>
              <a:defRPr sz="1900">
                <a:solidFill>
                  <a:srgbClr val="23272C"/>
                </a:solidFill>
              </a:defRPr>
            </a:pPr>
            <a:r>
              <a:t>10. Produce a PASS/FAIL system test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Day 21 •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10. Live Demonstration in psql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10607040" cy="4480560"/>
          </a:xfrm>
          <a:prstGeom prst="roundRect">
            <a:avLst/>
          </a:prstGeom>
          <a:solidFill>
            <a:srgbClr val="F5F7FA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272C"/>
                </a:solidFill>
                <a:latin typeface="Courier New"/>
              </a:defRPr>
            </a:pPr>
            <a:r>
              <a:t># Connect to PostgreSQL database</a:t>
            </a:r>
            <a:br/>
            <a:r>
              <a:t>psql -U georgemollel -d land_registration_db</a:t>
            </a:r>
            <a:br/>
            <a:br/>
            <a:r>
              <a:t>-- Inside psql</a:t>
            </a:r>
            <a:br/>
            <a:r>
              <a:t>\dt</a:t>
            </a:r>
            <a:br/>
            <a:r>
              <a:t>\d landowners</a:t>
            </a:r>
            <a:br/>
            <a:r>
              <a:t>SELECT * FROM landowners;</a:t>
            </a:r>
            <a:br/>
            <a:br/>
            <a:r>
              <a:t>-- Run final reports</a:t>
            </a:r>
            <a:br/>
            <a:r>
              <a:t>\i day19_final_reports.sql</a:t>
            </a:r>
            <a:br/>
            <a:br/>
            <a:r>
              <a:t>-- Run full system test</a:t>
            </a:r>
            <a:br/>
            <a:r>
              <a:t>\i day20_full_test.sql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4652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Day 21 •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11. Constraints and Data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72C"/>
                </a:solidFill>
              </a:defRPr>
            </a:pPr>
            <a:r>
              <a:t>Primary Keys uniquely identify records in each table.</a:t>
            </a:r>
          </a:p>
          <a:p>
            <a:pPr>
              <a:spcAft>
                <a:spcPts val="1000"/>
              </a:spcAft>
              <a:defRPr sz="2000">
                <a:solidFill>
                  <a:srgbClr val="23272C"/>
                </a:solidFill>
              </a:defRPr>
            </a:pPr>
            <a:r>
              <a:t>Foreign Keys enforce valid relationships between related tables.</a:t>
            </a:r>
          </a:p>
          <a:p>
            <a:pPr>
              <a:spcAft>
                <a:spcPts val="1000"/>
              </a:spcAft>
              <a:defRPr sz="2000">
                <a:solidFill>
                  <a:srgbClr val="23272C"/>
                </a:solidFill>
              </a:defRPr>
            </a:pPr>
            <a:r>
              <a:t>UNIQUE constraints protect values such as national ID, email, application number, payment reference and title number.</a:t>
            </a:r>
          </a:p>
          <a:p>
            <a:pPr>
              <a:spcAft>
                <a:spcPts val="1000"/>
              </a:spcAft>
              <a:defRPr sz="2000">
                <a:solidFill>
                  <a:srgbClr val="23272C"/>
                </a:solidFill>
              </a:defRPr>
            </a:pPr>
            <a:r>
              <a:t>CHECK constraints restrict invalid values such as negative amounts or invalid statuses.</a:t>
            </a:r>
          </a:p>
          <a:p>
            <a:pPr>
              <a:spcAft>
                <a:spcPts val="1000"/>
              </a:spcAft>
              <a:defRPr sz="2000">
                <a:solidFill>
                  <a:srgbClr val="23272C"/>
                </a:solidFill>
              </a:defRPr>
            </a:pPr>
            <a:r>
              <a:t>The Day 20 test verifies a duplicate National ID is rejected.</a:t>
            </a:r>
          </a:p>
          <a:p>
            <a:pPr>
              <a:spcAft>
                <a:spcPts val="1000"/>
              </a:spcAft>
              <a:defRPr sz="2000">
                <a:solidFill>
                  <a:srgbClr val="23272C"/>
                </a:solidFill>
              </a:defRPr>
            </a:pPr>
            <a:r>
              <a:t>The Day 20 test verifies invalid foreign-key references are rejected.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Day 21 •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12. Conclusion and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72C"/>
                </a:solidFill>
              </a:defRPr>
            </a:pPr>
            <a:r>
              <a:t>The project demonstrates a complete relational database workflow for land registration.</a:t>
            </a:r>
          </a:p>
          <a:p>
            <a:pPr>
              <a:spcAft>
                <a:spcPts val="1000"/>
              </a:spcAft>
              <a:defRPr sz="2000">
                <a:solidFill>
                  <a:srgbClr val="23272C"/>
                </a:solidFill>
              </a:defRPr>
            </a:pPr>
            <a:r>
              <a:t>It connects landowners, parcels, applications, payments, titles, transfers and disputes.</a:t>
            </a:r>
          </a:p>
          <a:p>
            <a:pPr>
              <a:spcAft>
                <a:spcPts val="1000"/>
              </a:spcAft>
              <a:defRPr sz="2000">
                <a:solidFill>
                  <a:srgbClr val="23272C"/>
                </a:solidFill>
              </a:defRPr>
            </a:pPr>
            <a:r>
              <a:t>Relationships and constraints help maintain data integrity.</a:t>
            </a:r>
          </a:p>
          <a:p>
            <a:pPr>
              <a:spcAft>
                <a:spcPts val="1000"/>
              </a:spcAft>
              <a:defRPr sz="2000">
                <a:solidFill>
                  <a:srgbClr val="23272C"/>
                </a:solidFill>
              </a:defRPr>
            </a:pPr>
            <a:r>
              <a:t>Role-based permissions support database security.</a:t>
            </a:r>
          </a:p>
          <a:p>
            <a:pPr>
              <a:spcAft>
                <a:spcPts val="1000"/>
              </a:spcAft>
              <a:defRPr sz="2000">
                <a:solidFill>
                  <a:srgbClr val="23272C"/>
                </a:solidFill>
              </a:defRPr>
            </a:pPr>
            <a:r>
              <a:t>Reports and the full test demonstrate the database working end-to-end.</a:t>
            </a:r>
          </a:p>
          <a:p>
            <a:pPr>
              <a:spcAft>
                <a:spcPts val="1000"/>
              </a:spcAft>
              <a:defRPr sz="2000">
                <a:solidFill>
                  <a:srgbClr val="23272C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2000">
                <a:solidFill>
                  <a:srgbClr val="23272C"/>
                </a:solidFill>
              </a:defRPr>
            </a:pPr>
            <a:r>
              <a:t>Submission folder should include: database dump, SQL scripts, ERD, presentation and final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Day 21 • Slide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35</cp:revision>
  <dcterms:created xsi:type="dcterms:W3CDTF">2013-01-27T09:14:16Z</dcterms:created>
  <dcterms:modified xsi:type="dcterms:W3CDTF">2026-09-05T08:38:15Z</dcterms:modified>
  <cp:category/>
</cp:coreProperties>
</file>